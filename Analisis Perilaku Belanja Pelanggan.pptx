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badi" panose="020B0604020104020204" pitchFamily="34" charset="0"/>
      <p:regular r:id="rId13"/>
    </p:embeddedFont>
    <p:embeddedFont>
      <p:font typeface="DM Sans" pitchFamily="2" charset="0"/>
      <p:regular r:id="rId14"/>
    </p:embeddedFont>
    <p:embeddedFont>
      <p:font typeface="Libre Baskerville" panose="02000000000000000000" pitchFamily="2" charset="0"/>
      <p:regular r:id="rId15"/>
    </p:embeddedFont>
  </p:embeddedFontLst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1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6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Analisis</a:t>
            </a: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Perilaku</a:t>
            </a: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Belanja</a:t>
            </a: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Pelanggan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Mengungkap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wawasan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dari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3.900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pembelian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untuk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membimbing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keputusan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bisnis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strategisssss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Ikhtisar Dataset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Pembelian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transaksi yang komprehensif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Kolom Data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Demografi &amp; perilaku pelanggan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Nilai yang </a:t>
            </a:r>
            <a:r>
              <a:rPr lang="en-US" sz="220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Hilang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Hanya di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kolom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Penilaian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Ulasan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Proses Persiapan Data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Abadi" panose="020F0502020204030204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Pemuatan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impor menggunakan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Abadi" panose="020F0502020204030204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90148" y="384452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nn-NO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Pemeriksaan struktur dan statistik ringkasan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Abadi" panose="020F0502020204030204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Penanganan Data yang Hilang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fi-FI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Penilaian Tinjauan Imputed dengan nilai median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Abadi" panose="020F0502020204030204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Rekayasa Fitur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Kelompok usia yang dibuat dan frekuensi pembelian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Abadi" panose="020F0502020204030204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Integrasi Basis Data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Terhubung ke PostgreSQL untuk analisis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Analisis Pendapatan berdasarkan Gender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Insight Kunci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Pelanggan perempuan menghasilkan pendapatan total sedikit lebih tinggi dibandingkan pelanggan laki-laki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147720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 pemasaran berbasis gender dapat mengoptimalkan aliran pendapatan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Pengguna</a:t>
            </a: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Diskon</a:t>
            </a: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44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Bernilai</a:t>
            </a: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Tinggi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Pelanggan menggunakan diskon sambil mengeluarkan biaya di atas rata-rata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Pembeli Pintar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Pembelanja tinggi yang memaksimalkan nilai dengan diskon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Peluang Strategis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Targetkan pelanggan premium dengan penawaran eksklusif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Produk Terbaik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Kepuasan pelanggan tertinggi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Ulasan yang konsisten sangat baik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Persetujuan pelanggan yang kuat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962656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Preferensi Pengiriman Dampak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Pengiriman Ekspres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Jumlah pembelian rata-rata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Pengiriman Standar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Jumlah pembelian rata-rata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Pelanggan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pengiriman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ekspres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menghabiskan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12%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lebih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banyak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transaksi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pengeluaran lebih tinggi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1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4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Pelanggan</a:t>
            </a: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non-</a:t>
            </a:r>
            <a:r>
              <a:rPr lang="en-US" sz="24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pelanggan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Pembagian Pendapatan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Dari </a:t>
            </a:r>
            <a:r>
              <a:rPr lang="en-US" sz="22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pelanggan</a:t>
            </a: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berlangganan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tingkat loyalitas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20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Frekuensi pembelian ulang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Segmentasi Pelanggan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setia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Pelanggan bernilai tinggi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Kembali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Pembeli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tetap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Baru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Pembeli pertama kali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pt-BR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Fokus pada mengubah Baru menjadi Kembali, Kembali ke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50"/>
              </a:lnSpc>
            </a:pPr>
            <a:r>
              <a:rPr lang="en-US" sz="30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Rekomendasi Strategis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5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Tingkatkan Langganan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2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Promosikan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manfaat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eksklusif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bagi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pelanggan</a:t>
            </a:r>
            <a:endParaRPr lang="en-US" sz="1200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id-ID" dirty="0"/>
          </a:p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Program </a:t>
            </a:r>
            <a:r>
              <a:rPr lang="en-US" sz="150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Loyalitas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da-DK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Memberi penghargaan kepada pembeli berulang untuk meningkatkan retensi</a:t>
            </a:r>
            <a:endParaRPr lang="en-US" sz="1200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5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Pemasaran yang Ditargetkan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Fokus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pada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segmen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berpendapatan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tinggi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dan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pengguna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ekspres</a:t>
            </a:r>
            <a:endParaRPr lang="en-US" sz="1200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5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Posisi Produk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Sorot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produk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peringkat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tertinggi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dalam</a:t>
            </a:r>
            <a:r>
              <a:rPr lang="en-US" sz="1200" dirty="0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54240"/>
                </a:solidFill>
                <a:latin typeface="Abadi" panose="020B0604020104020204" pitchFamily="34" charset="0"/>
                <a:ea typeface="DM Sans" pitchFamily="34" charset="-122"/>
                <a:cs typeface="Arial" panose="020B0604020202020204" pitchFamily="34" charset="0"/>
              </a:rPr>
              <a:t>kampanye</a:t>
            </a:r>
            <a:endParaRPr lang="en-US" sz="1200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299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Arial</vt:lpstr>
      <vt:lpstr>Abadi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Faris</cp:lastModifiedBy>
  <cp:revision>11</cp:revision>
  <dcterms:created xsi:type="dcterms:W3CDTF">2025-10-14T02:52:14Z</dcterms:created>
  <dcterms:modified xsi:type="dcterms:W3CDTF">2026-09-06T11:55:23Z</dcterms:modified>
</cp:coreProperties>
</file>